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3905" autoAdjust="0"/>
  </p:normalViewPr>
  <p:slideViewPr>
    <p:cSldViewPr snapToGrid="0">
      <p:cViewPr varScale="1">
        <p:scale>
          <a:sx n="58" d="100"/>
          <a:sy n="58" d="100"/>
        </p:scale>
        <p:origin x="78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80937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80967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80937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3921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6969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001754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специализированных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универсальных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теоретические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основы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 и B2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вычислений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11304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11304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11304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11304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5081003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22195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22195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55545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75271" y="241579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3139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3139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47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188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4094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4094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427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9143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504947" y="2088183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504947" y="3097833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38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41981" y="242331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48573" y="2088183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48573" y="3097833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81923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овая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158290" y="5176709"/>
            <a:ext cx="987541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альтернативами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практических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требований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rain-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птимизатор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айденные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ontrol-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езависимая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𝑚𝑒𝑡h𝑜𝑑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 xmlns="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елевой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офактор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q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2"/>
            <a:ext cx="161925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rain и </a:t>
            </a: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ontrol</a:t>
            </a:r>
            <a:endParaRPr lang="ru-RU"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наборы.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талон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GMP-ECM B1/B2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этап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нашел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область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6. 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программная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</a:t>
            </a:r>
            <a:r>
              <a:rPr lang="ru-RU"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зи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658347" y="142875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848846" y="1581150"/>
            <a:ext cx="2012284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848846" y="1952625"/>
            <a:ext cx="201228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658346" y="2619375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848846" y="2771775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848846" y="3143250"/>
            <a:ext cx="1877931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658346" y="381000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848846" y="3962400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848846" y="4333875"/>
            <a:ext cx="1877931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1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500" y="2100452"/>
            <a:ext cx="9063034" cy="21667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black-box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задача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1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1558</Words>
  <Application>Microsoft Office PowerPoint</Application>
  <DocSecurity>0</DocSecurity>
  <PresentationFormat>Широкоэкранный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13</cp:revision>
  <dcterms:created xsi:type="dcterms:W3CDTF">2026-05-26T20:05:52Z</dcterms:created>
  <dcterms:modified xsi:type="dcterms:W3CDTF">2026-05-31T18:59:37Z</dcterms:modified>
</cp:coreProperties>
</file>