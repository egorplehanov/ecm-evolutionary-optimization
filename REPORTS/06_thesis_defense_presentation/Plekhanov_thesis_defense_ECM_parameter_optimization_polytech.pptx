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1006" autoAdjust="0"/>
  </p:normalViewPr>
  <p:slideViewPr>
    <p:cSldViewPr snapToGrid="0">
      <p:cViewPr varScale="1">
        <p:scale>
          <a:sx n="58" d="100"/>
          <a:sy n="58" d="100"/>
        </p:scale>
        <p:origin x="7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𝑚𝑒𝑡h𝑜𝑑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, 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 6.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Компромисс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временем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r>
              <a:rPr sz="16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выигрышем</a:t>
            </a:r>
            <a:endParaRPr sz="16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сопоставлены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едином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конвеере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  <a:endParaRPr sz="2025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-21%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«черного-ящика»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1562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17</cp:revision>
  <dcterms:created xsi:type="dcterms:W3CDTF">2026-05-26T20:05:52Z</dcterms:created>
  <dcterms:modified xsi:type="dcterms:W3CDTF">2026-05-31T20:36:51Z</dcterms:modified>
</cp:coreProperties>
</file>